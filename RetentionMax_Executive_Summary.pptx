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RetentionMax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Retention &amp; Financial Reporting Analytics for a Landlord Insurance Book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Kouadio Kouassi  |  Built on real FEMA NFIP data + disclosed-synthetic book-of-business extension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RevOps/Business Insights analyst is actually asked to do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hypotheses to understand what's driving growth or stagnation, and test them against real data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maintain dashboards that cross-functional teams (Growth, Product, Finance, Executive) actually trust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financial budgeting, forecasting, and tracking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data quality checks and reconciliations -- catch the gap before leadership reads the wrong number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FEMA NFIP data + a disclosed-synthetic book-of-business layer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anchor: FEMA National Flood Insurance Program state-level policy and claims statistics (54 states, matched and reconciled)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Disclosed-synthetic extension: 24-month landlord-insurance event stream, weighted by real state market size and real loss ratio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pipeline: Bronze (raw) -&gt; Silver (cleaned, joined) -&gt; Gold (monthly metrics, budget variance)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is reproducible by rerunning the pipeline end to end (14/14 tests passing)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1: Silent Data Corruption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parser corrupted 14 of 55 real state/territory rows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FEMA report is fixed-width text, not CSV -- state names like "N Mariana Islands" and "District Columbia" are multiple words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whitespace-split parser silently shifted every numeric field for those rows, rather than erroring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by pinning ground-truth values -- hand-transcribed from the raw file -- against the parser's output in tests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by anchoring on the trailing numeric fields with a regex instead of assuming a single-token name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103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 / 55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&amp; territories parsed correctly after the fix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3291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4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3 -&gt; 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tests before -&gt; after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2: Overstated Renewal Revenue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partner webhook delivery double-counted renewals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Partner-channel renewal events arrive by webhook -- realistically at-least-once, not exactly-once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Gold aggregation counted every raw row, overstating renewal revenue and renewal counts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independently computing true unique totals and comparing against the naive output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with an idempotent dedup on the natural key before aggregation -- reconciled exactly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406640" y="2103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349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$46,994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406640" y="2880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phantom renewal premium corrected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06640" y="32918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4069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renewal events removed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Hypothesis: Does Loss Ratio Predict Renewal Stagnation?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real NFIP loss ratios, not assumed</a:t>
            </a:r>
            <a:endParaRPr lang="en-US" sz="1400" dirty="0"/>
          </a:p>
        </p:txBody>
      </p:sp>
      <p:pic>
        <p:nvPicPr>
          <p:cNvPr id="4" name="Image 0" descr="02_renewal_rate_by_loss_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12064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26480" y="173736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states with worse real flood-loss history see larger renewal-time premium increases, depressing renewal rates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joining the corrected Gold renewal data back to real NFIP loss ratios by state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clean, monotonic decline -- 87% (low loss ratio) -&gt; 76% (medium) -&gt; 67% (high)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Actionable: renewal friction concentrates predictably by state risk tier, not randomly -- a real lever for retention strategy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Premium Growth by Channel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Sigma-equivalent reporting (Sigma workbook spec in repo)</a:t>
            </a:r>
            <a:endParaRPr lang="en-US" sz="1400" dirty="0"/>
          </a:p>
        </p:txBody>
      </p:sp>
      <p:pic>
        <p:nvPicPr>
          <p:cNvPr id="4" name="Image 0" descr="01_monthly_premium_by_cha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0515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Tracking: Budget vs. Actual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premium variance by channel, surfaced automatically</a:t>
            </a:r>
            <a:endParaRPr lang="en-US" sz="1400" dirty="0"/>
          </a:p>
        </p:txBody>
      </p:sp>
      <p:pic>
        <p:nvPicPr>
          <p:cNvPr id="4" name="Image 0" descr="03_budget_var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0515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7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Discipline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backed by a rerunnable test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 automated tests passing (pytest), CI workflow runs the full suite and rebuilds the pipeline end to end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incident has a reproduced-broken commit and a separately verified fixed commit -- never claimed together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build (Claude Code) with an explicit dev log: what was AI-drafted vs. human-directed and validated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source, data provenance, and incident reports: github.com/Midasyannkc/retentionmax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2026-10-02T00:02:52Z</dcterms:created>
  <dcterms:modified xsi:type="dcterms:W3CDTF">2026-10-02T00:02:52Z</dcterms:modified>
</cp:coreProperties>
</file>